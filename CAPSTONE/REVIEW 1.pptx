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6806-9611-32C2-91F2-B6CFD3B15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A1742-1237-EB64-E8BD-46099988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CAC64-4FF5-EF64-F40C-9A10B4B0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E7C71-E062-1352-40FD-B6DCE10D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D8142-771F-54F8-0A0D-43B31A34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877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D74E-348C-27EB-6A3F-2F284167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2209-50D1-A6BF-F322-EA994355D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652F9-0F8A-A4DB-4BA8-E1E77E99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4AB29-16C2-E6B7-3528-2966C6C5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A25B2-519D-5C9E-7CAF-69EC9A66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50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024B-0948-E88C-B016-8193DD3FC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C1AC7-5E20-FD4A-4812-D096DDC14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64B48-173D-B6E5-9AAA-CA7081304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CD654-7D79-8FB9-03AE-F0F5E7626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2CA34-9C5B-0CBF-3503-B4E42864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921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B58B-9FD3-5CCC-926C-C8C77578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AB61C-DD97-A661-05F1-7BD297603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33C41-010D-80C6-D243-053E0AD33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83427-2559-BFE3-DB09-DE702E3E9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5AC0C-1CD6-516E-C4D5-540FC3D2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8E4CE-7DAD-FEF6-9C41-7CC2DD61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75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CD41-0A26-207B-0822-47B7C395E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EFF95-86AC-98FA-33F6-0A16E2F4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4F20A-E2CA-767E-DDAC-ED788B9BD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F0D41-8A1E-4419-5D3F-998976912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0AF97C-2435-6B52-0AEB-82FC3CA18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28E61-71A5-139E-426F-50B7200CA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45C64-C849-D892-F4A2-01E0A412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7C24A-E8A3-EE0F-2576-532C46B3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53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06A8-8378-BD34-2A76-C2DA3090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DB2B95-B3F6-9497-F592-9A979420E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EEDBD-996A-FF40-10EC-29495CE3A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096D4-AF7E-A7F2-9089-C9FB7F68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96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DDF982-21CF-2976-678C-FBD1A07C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B472CB-2008-4F67-26E8-C39DD51D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97623-7627-C7B1-CD1A-28DD1332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1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DC93-E2CC-5B2B-57E1-4B8DC392E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ACE4F-FA5A-BF9F-9943-D35B1B7C2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89BC1-072E-8786-696F-3F16F4120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7AC70-18BF-AE2D-ED70-40166E76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FBECE-A2AA-4E87-DF82-68056BEA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7DDB5-ABF6-9DF8-24D4-DA238C47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1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FC0C-5EDE-D0EF-6780-35242CF96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CCB25-6ABB-F35A-7EDE-79A7D8095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9D005-C439-B17C-D0FE-4454B4E56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17AA9-D8B2-CC62-AA69-014E14C3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E2219-5F63-67B2-7BA1-6BEB9D5D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2964E-84B0-4F53-FFF2-9833C4AE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32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E018-E048-5610-1ECA-E05C19FB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FA13E-F147-87E7-FC42-35B7E3684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A4421-2A9A-F8D5-49AE-1AFC55C6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FA83-F7AA-CBA4-8BBE-8461E221B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0498B-7556-8B08-7BA8-73019654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028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64E48-9961-C259-3A86-DF599C58E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6FBB3-CAA0-30C3-286F-A13A13F0E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C816E-3644-2494-054F-B5BD849B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111CB-266F-F1EC-3A93-6AC13220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DC70C-4B2C-DB73-5DB4-B0C5BC7F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6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45229-1D78-9BD6-1E6B-BC1B6A9C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D12B6-6027-28E2-0BD6-94B4A56D9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129E4-1051-57FB-D171-741C457D2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3904F-1DDC-4CF9-AB47-FF9DE0EBCE6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0ADD7-79D2-CBA3-4C77-7E03A4477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23616-33F2-3A69-D237-11EA8E8FA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6950B-1141-44DE-8D02-285927828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82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52A7-77B1-D95D-35B6-9110348B4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AI-Enabled Disaster Preparedness, Emergency Response and Community Assistance System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CSA1101-Object Oriented Analysis and Design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390BC-5727-2A43-881A-676D12A99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0297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dirty="0"/>
              <a:t>Presented by-</a:t>
            </a:r>
          </a:p>
          <a:p>
            <a:pPr algn="l"/>
            <a:r>
              <a:rPr lang="en-US" dirty="0"/>
              <a:t>M.VISHNU PRASAD</a:t>
            </a:r>
          </a:p>
          <a:p>
            <a:pPr algn="l"/>
            <a:r>
              <a:rPr lang="en-US" dirty="0"/>
              <a:t>MATHU SRI</a:t>
            </a:r>
          </a:p>
          <a:p>
            <a:pPr algn="l"/>
            <a:r>
              <a:rPr lang="en-US" dirty="0"/>
              <a:t>RAJASRI</a:t>
            </a:r>
          </a:p>
          <a:p>
            <a:pPr algn="l"/>
            <a:r>
              <a:rPr lang="en-US" dirty="0"/>
              <a:t>SRUTHI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3CAC9D-7F01-1859-818D-67145056B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91" y="261228"/>
            <a:ext cx="3602043" cy="1140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AD9AD2-2380-3C59-D85C-4979FA240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967" y="261228"/>
            <a:ext cx="3121342" cy="104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27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1BD0-F6CF-0FF6-C828-5EF5527F7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962" y="281576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31B37-4B7D-20C5-49A7-4D70CACA5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n-IN" dirty="0"/>
              <a:t>Natural disasters can occur unexpectedly. Quick response is important to save lives.</a:t>
            </a:r>
          </a:p>
          <a:p>
            <a:pPr lvl="0" algn="just"/>
            <a:r>
              <a:rPr lang="en-IN" dirty="0"/>
              <a:t>AI can help predict disasters and support emergency decisions.</a:t>
            </a:r>
          </a:p>
          <a:p>
            <a:pPr lvl="0" algn="just"/>
            <a:r>
              <a:rPr lang="en-IN" dirty="0"/>
              <a:t>This system connects authorities, rescue teams, and affected communities.</a:t>
            </a:r>
          </a:p>
          <a:p>
            <a:pPr marL="0" lvl="0" indent="0" algn="just">
              <a:buNone/>
            </a:pPr>
            <a:r>
              <a:rPr lang="en-IN" dirty="0"/>
              <a:t>(e.g., hospitals, shelters, food, water, and medical support)</a:t>
            </a:r>
          </a:p>
          <a:p>
            <a:pPr lvl="0" algn="just"/>
            <a:r>
              <a:rPr lang="en-IN" dirty="0"/>
              <a:t>The system provides early warnings and emergency alerts to people in risk areas.</a:t>
            </a:r>
          </a:p>
          <a:p>
            <a:pPr lvl="0" algn="just"/>
            <a:r>
              <a:rPr lang="en-IN" dirty="0"/>
              <a:t>The main goal is to reduce disaster impact, improve response time, and help rescue teams identify and prioritize affected people quickly.</a:t>
            </a:r>
          </a:p>
          <a:p>
            <a:pPr lvl="0"/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B32ED-D9C1-01BB-999A-2D71F3809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38" y="272050"/>
            <a:ext cx="952633" cy="99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190A54-19F8-B480-1ACB-231665B33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197" y="281576"/>
            <a:ext cx="895475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8B06-3C55-E697-4969-8F8BBFDD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962" y="396627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1906F-37E9-CA60-AF88-588790D4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Disaster warnings are often delayed or difficult to access.</a:t>
            </a:r>
          </a:p>
          <a:p>
            <a:pPr lvl="0"/>
            <a:r>
              <a:rPr lang="en-IN" dirty="0"/>
              <a:t>Emergency teams may face difficulty locating affected people.</a:t>
            </a:r>
          </a:p>
          <a:p>
            <a:pPr lvl="0"/>
            <a:r>
              <a:rPr lang="en-IN" dirty="0"/>
              <a:t>Communication between victims, rescue teams, and authorities can be slow.</a:t>
            </a:r>
          </a:p>
          <a:p>
            <a:pPr lvl="0"/>
            <a:r>
              <a:rPr lang="en-IN" dirty="0"/>
              <a:t>Limited resources such as food, medicine, shelters, and rescue vehicles may not be distributed efficiently.</a:t>
            </a:r>
          </a:p>
          <a:p>
            <a:pPr lvl="0"/>
            <a:r>
              <a:rPr lang="en-IN" dirty="0"/>
              <a:t>There is a need for an AI-based system for faster, smarter, and coordinated disaster management.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2948F-9120-C772-719A-E53010E43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38" y="272050"/>
            <a:ext cx="952633" cy="99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1A28F0-3A3A-136B-1D17-C67FBECCA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197" y="281576"/>
            <a:ext cx="895475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3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0DFD2-2280-A1AD-76C9-60275532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072" y="281576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8EDF5-9B4A-9C5D-6A62-BDB97115A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An AI-powered system for disaster prediction and management.</a:t>
            </a:r>
          </a:p>
          <a:p>
            <a:pPr lvl="0"/>
            <a:r>
              <a:rPr lang="en-IN" dirty="0"/>
              <a:t>Collects and </a:t>
            </a:r>
            <a:r>
              <a:rPr lang="en-IN" dirty="0" err="1"/>
              <a:t>analyzes</a:t>
            </a:r>
            <a:r>
              <a:rPr lang="en-IN" dirty="0"/>
              <a:t> real-time data to identify disaster risks.</a:t>
            </a:r>
          </a:p>
          <a:p>
            <a:pPr lvl="0"/>
            <a:r>
              <a:rPr lang="en-IN" dirty="0"/>
              <a:t>Sends early warnings and emergency alerts to affected communities.</a:t>
            </a:r>
          </a:p>
          <a:p>
            <a:pPr lvl="0"/>
            <a:r>
              <a:rPr lang="en-IN" dirty="0"/>
              <a:t>Helps rescue teams locate and prioritize emergency cases.</a:t>
            </a:r>
          </a:p>
          <a:p>
            <a:pPr lvl="0"/>
            <a:r>
              <a:rPr lang="en-IN" dirty="0"/>
              <a:t>Provides information about nearby hospitals, shelters, food, water, and other resources.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E610D-04E5-2B62-D263-38689B541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38" y="272050"/>
            <a:ext cx="952633" cy="99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8F2F23-E8B7-2527-BB37-24C2E8032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197" y="281576"/>
            <a:ext cx="895475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9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7790-AC7E-35CE-EAEA-98A75689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071" y="281576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D4C62-1FC8-3803-DE12-EA03B4E02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38" y="272050"/>
            <a:ext cx="952633" cy="99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A2E63B-3F90-8381-B3D9-A0CDDBFF5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197" y="281576"/>
            <a:ext cx="895475" cy="981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A30610-3565-3129-ECB8-5395DAB86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220" y="1262788"/>
            <a:ext cx="7747079" cy="516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28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707E3-7C2E-2CF8-A3F6-F9AD2EDE8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1593" y="1949727"/>
            <a:ext cx="5348814" cy="31040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latin typeface="Cooper Black" panose="0208090404030B020404" pitchFamily="18" charset="0"/>
              </a:rPr>
              <a:t>THANK </a:t>
            </a:r>
          </a:p>
          <a:p>
            <a:pPr marL="0" indent="0" algn="ctr">
              <a:buNone/>
            </a:pPr>
            <a:r>
              <a:rPr lang="en-US" sz="8800" dirty="0">
                <a:latin typeface="Cooper Black" panose="0208090404030B020404" pitchFamily="18" charset="0"/>
              </a:rPr>
              <a:t>YOU</a:t>
            </a:r>
            <a:endParaRPr lang="en-IN" sz="8800" dirty="0">
              <a:latin typeface="Cooper Black" panose="0208090404030B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6C0E9-1686-BA63-02F5-1EDF7A356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38" y="272050"/>
            <a:ext cx="952633" cy="99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8B725B-247E-F655-501D-4F6A27C7A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197" y="281576"/>
            <a:ext cx="895475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5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248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Cooper Black</vt:lpstr>
      <vt:lpstr>Times New Roman</vt:lpstr>
      <vt:lpstr>Office Theme</vt:lpstr>
      <vt:lpstr>AI-Enabled Disaster Preparedness, Emergency Response and Community Assistance System CSA1101-Object Oriented Analysis and Design</vt:lpstr>
      <vt:lpstr>Introduction</vt:lpstr>
      <vt:lpstr>Problem Statement</vt:lpstr>
      <vt:lpstr>Proposed System</vt:lpstr>
      <vt:lpstr>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mathu sri</dc:creator>
  <cp:lastModifiedBy>mathu sri</cp:lastModifiedBy>
  <cp:revision>1</cp:revision>
  <dcterms:created xsi:type="dcterms:W3CDTF">2026-08-21T03:21:42Z</dcterms:created>
  <dcterms:modified xsi:type="dcterms:W3CDTF">2026-08-21T03:50:24Z</dcterms:modified>
</cp:coreProperties>
</file>